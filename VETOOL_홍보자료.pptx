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457200" cy="6858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VETOOL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수의사를 위한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올인원 디지털 차트 플랫폼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50292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동물병원 원장 · 수의사를 위한 소개 자료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이런 문제, 겪고 계신가요?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손으로 입원 차트를 작성하느라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매일 수십 분을 낭비한다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1887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환자 과거 기록을 찾는 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시간이 너무 오래 걸린다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1887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0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전문 차트(심초·안과·치과 등)가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별도 시스템에 없어 불편하다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퇴근 후 입원 환자 상태를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실시간으로 확인하기 어렵다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6576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017520" y="4434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CRI 약물 계산, 사료량 계산을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매번 수기로 해야 한다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36576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69280" y="4434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차트 데이터를 분석하거나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통계로 활용하기 어렵다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VETOOL이란?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657600" cy="502920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</a:rPr>
              <a:t>수의사가 만든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</a:rPr>
              <a:t>수의사를 위한 차트 프로그램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926080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종이 차트를 100% 디지털로 전환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입원차트부터 전문과 차트까지 통합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언제 어디서나 접근 가능한 클라우드 기반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AI 기술이 접목된 스마트 차트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수의사·간호사 역할별 권한 관리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AES-256 암호화로 데이터 완벽 보호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PDF/이미지 차트 내보내기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• 기존 차트 환자 데이터 마이그레이션 지원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</a:rPr>
              <a:t>10+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전문 차트 모듈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실제 도입 병원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474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749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</a:rPr>
              <a:t>24/7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8912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클라우드 실시간 접근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749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</a:rPr>
              <a:t>AI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Claude AI 탑재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핵심 기능 한눈에 보기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입원차트 (ICU)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디지털 입원 차트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차트 복사·템플릿 재사용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실시간 처치 확인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실시간 모니터링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언제 어디서나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입원 환자 상태 모니터링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비정상 바이탈 알림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심장초음파 차트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측정값 입력 시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결과값 자동 계산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수치 기반 정확한 판독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10058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복부초음파 차트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초음파 소견 체계적 기록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이미지 첨부 지원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장기별 구조화 입력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치과 차트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Triadan 시스템 기반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치아별 상세 평가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AVDC 기준 병기 분류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28600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안과 차트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안과 검사 항목 표준화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진단·처치 체계 기록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전문 소견 구조화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891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신경계 차트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신경계 검사 항목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체계적 평가 및 기록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전문과 협진 지원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9224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세포학 차트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AI 보조 판독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세포학 소견 기록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진단 근거 정리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4846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6A08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489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82880" y="5349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수술차트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" y="5669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음성인식(STT) 기록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마취 상태 및 바이탈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수술 중 기록 자동화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0" y="4846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6A085"/>
          </a:solidFill>
          <a:ln/>
        </p:spPr>
      </p:sp>
      <p:sp>
        <p:nvSpPr>
          <p:cNvPr id="41" name="Text 39"/>
          <p:cNvSpPr/>
          <p:nvPr/>
        </p:nvSpPr>
        <p:spPr>
          <a:xfrm>
            <a:off x="2286000" y="489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286000" y="5349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건강검진 차트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86000" y="5669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검진 결과 자동 분석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보호자 친화적 결과지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자동 문장 생성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4846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6A085"/>
          </a:solidFill>
          <a:ln/>
        </p:spPr>
      </p:sp>
      <p:sp>
        <p:nvSpPr>
          <p:cNvPr id="45" name="Text 43"/>
          <p:cNvSpPr/>
          <p:nvPr/>
        </p:nvSpPr>
        <p:spPr>
          <a:xfrm>
            <a:off x="4389120" y="489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389120" y="5349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수의학 계산기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389120" y="5669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CRI 약물 계산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사료량 계산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지속적 업데이트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92240" y="4846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6A085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489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492240" y="5349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분석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92240" y="5669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DX·CC·약물 통계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병원 경영 인사이트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E8D4"/>
                </a:solidFill>
              </a:rPr>
              <a:t>환자 데이터 시각화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🏥 입원차트 — 핵심 기능 상세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📋 종이 차트 → 디지털 전환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347472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수십 년간 손으로 작성하던 입원 차트를 완전히 디지털화합니다.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처치 누락 없이 체계적으로 관리할 수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⚡ 차트 복사 &amp; 템플릿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347472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20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전날 차트를 한 번에 복사하거나, 자주 사용하는 오더를 템플릿으로 저장해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반복 작업 시간을 획기적으로 줄입니다.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🔍 키워드 검색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343400"/>
            <a:ext cx="347472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480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DX, CC, 상위 키워드, 동의어·유의어 검색을 지원합니다.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원하는 환자 기록을 수초 만에 찾을 수 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36576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📤 PDF · 이미지 내보내기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4343400"/>
            <a:ext cx="347472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480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입원 단위별 차트를 PDF 또는 이미지 파일로 저장합니다.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보험 청구, 의뢰서 등에 즉시 활용할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🤖 AI &amp; 스마트 기능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572000" cy="5212080"/>
          </a:xfrm>
          <a:prstGeom prst="rect">
            <a:avLst/>
          </a:prstGeom>
          <a:solidFill>
            <a:srgbClr val="1A252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Claude AI 탑재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297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🔬 세포학 소견 AI 보조 판독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📋 건강검진 결과지 자동 문장 생성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→ 검사 수치 입력만으로 보호자 친화적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   문장 자동 완성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🎤 수술차트 음성인식(STT) 기록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→ 수술 중 양손이 바쁠 때 음성으로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   특이사항 기록 가능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📊 데이터 분석 &amp; 인사이트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  → 진단·약물·종·품종 통계 자동 집계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D6EAF8"/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🔒 엔터프라이즈급 보안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16002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AES-256 암호화 표준 적용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자동 백업 시스템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세밀한 역할별 접근 제어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관리자 전용 권한 분리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356616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D6EAF8"/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📱 어디서나 접근 가능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41605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PC·태블릿·스마트폰 모두 지원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퇴근 후에도 입원 환자 실시간 확인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별도 앱 설치 불필요 (웹 기반)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인터넷만 있으면 어디서나 접속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🔬 전문과 차트 모듈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❤️ 심장초음파 (Echo)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측정값 입력 → 결과값 자동 계산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표준화된 심초 측정 프로토콜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이전 검사 비교 기능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143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🔊 복부초음파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64592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73736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장기별 구조화된 소견 입력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초음파 이미지 첨부 지원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소견 템플릿 재사용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143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🦷 치과 차트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73736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Triadan 시스템 기반 치아 번호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AVDC 기준 치주 병기 분류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6포인트 치주낭 깊이 기록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치아별 처치 계획 수립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38862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👁️ 안과 차트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48056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57200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표준화된 안과 검사 항목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안압·슬릿램프 등 소견 구조화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진단·처치 체계적 기록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17520" y="38862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🧠 신경계 차트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08960" y="448056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457200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신경계 검사 항목 체계화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등급화된 평가 기준 적용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경과 관찰 비교 기능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388620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🔬 세포학 차트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4480560"/>
            <a:ext cx="2286000" cy="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572000"/>
            <a:ext cx="2423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AI 보조 세포학 판독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전문의 의뢰 기록 지원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833"/>
                </a:solidFill>
              </a:rPr>
              <a:t>✓ 소견 데이터베이스 축적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 기존 차트 → VETOOL 손쉬운 전환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E8DAEF"/>
          </a:solidFill>
          <a:ln w="12700">
            <a:solidFill>
              <a:srgbClr val="717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인투벳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(IntoVet)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E8DAEF"/>
          </a:solidFill>
          <a:ln w="12700">
            <a:solidFill>
              <a:srgbClr val="717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이프렌즈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(e-friends)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86C1"/>
                </a:solidFill>
              </a:rPr>
              <a:t>파일 내보내기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C1"/>
                </a:solidFill>
              </a:rPr>
              <a:t>↓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05840" y="384048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VETOOL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업로드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3931920" cy="502920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전환이 쉬운 이유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✅ 인투벳·이프렌즈 환자 데이터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    CSV 파일 직접 업로드 지원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✅ 환자 전체 기록 일괄 이전 가능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✅ 전환 과정 전담 지원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✅ 기존 진료 흐름을 최대한 유지하는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    UI/UX 설계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✅ 별도 서버 설치 불필요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2833"/>
                </a:solidFill>
              </a:rPr>
              <a:t>    (클라우드 즉시 시작)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💳 요금제 안내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06040" cy="5212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Mild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소규모 병원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50,000원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/월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194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17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수의사 최대 3명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입원환자차트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모니터링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진료노트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컬렉션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2GB/월 저장공간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기본 지원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914400"/>
            <a:ext cx="2697480" cy="5486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005840"/>
            <a:ext cx="2606040" cy="5303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097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Moderate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1554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★ 추천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100,000원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06324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/월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2194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017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수의사 최대 10명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모든 차트 기능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수의학 계산기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수술차트 (STT)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건강검진 차트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심장초음파 차트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10GB/월 저장공간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우선 지원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1005840"/>
            <a:ext cx="2606040" cy="521208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097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Severe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52160" y="1554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대형·전문 병원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659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150,000원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5216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/월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194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017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수의사 수 무제한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모든 차트 기능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데이터 분석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경영 컨설팅 지원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20GB/월 저장공간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✓  최우선 지원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💬 실사용 병원의 목소리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</a:rPr>
              <a:t>" 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"벳툴은 환자 상태 및 처치 유무 등 언제 어디서든 확인하고 조치할 수 있습니다. 스탭이 많은 곳일수록 업무 효율이 증가합니다. 프로그램에 대한 피드백도 빨라 병원에 맞게 운영할 수 있습니다."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— 고준호 부원장  |  SNC동물메디컬센터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</a:rPr>
              <a:t>" "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17296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"벳툴은 수의사가 무엇을 불편해하는지를 정확히 알고 있습니다. 피드백이 빨라서 좋고 이어서 출시될 제품들도 기대가 됩니다."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— 소형재 원장  |  광진동물의료센터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5029200"/>
            <a:ext cx="8138160" cy="18288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</a:rPr>
              <a:t>" "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5138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833"/>
                </a:solidFill>
              </a:rPr>
              <a:t>"수의사들 뿐만 아니라 간호사들도 벳툴 입원환자 차트를 좋아합니다. 누락되는 처치가 없어서 좋습니다."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6355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— 권린희 원장  |  강동로얄동물메디컬센터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🚀 도입 프로세스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600200" cy="4114800"/>
          </a:xfrm>
          <a:prstGeom prst="roundRect">
            <a:avLst>
              <a:gd name="adj" fmla="val 4571"/>
            </a:avLst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280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상담 신청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132588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1089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카카오 오픈채팅으로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무료 상담 신청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105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7D7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20240" y="1188720"/>
            <a:ext cx="1600200" cy="4114800"/>
          </a:xfrm>
          <a:prstGeom prst="roundRect">
            <a:avLst>
              <a:gd name="adj" fmla="val 4571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280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20240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데모 체험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3017520"/>
            <a:ext cx="132588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1089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실제 차트를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직접 체험해보세요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4787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7D7E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0" y="1188720"/>
            <a:ext cx="1600200" cy="4114800"/>
          </a:xfrm>
          <a:prstGeom prst="roundRect">
            <a:avLst>
              <a:gd name="adj" fmla="val 4571"/>
            </a:avLst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280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📂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57600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환자 데이터 이전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3017520"/>
            <a:ext cx="132588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1089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기존 프로그램에서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CSV 파일로 데이터 이전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7D7E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394960" y="1188720"/>
            <a:ext cx="1600200" cy="4114800"/>
          </a:xfrm>
          <a:prstGeom prst="roundRect">
            <a:avLst>
              <a:gd name="adj" fmla="val 4571"/>
            </a:avLst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280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394960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계정 생성 &amp; 설정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32120" y="3017520"/>
            <a:ext cx="132588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1089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병원 맞춤 설정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스탭 계정 생성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2259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7D7E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132320" y="1188720"/>
            <a:ext cx="1600200" cy="4114800"/>
          </a:xfrm>
          <a:prstGeom prst="roundRect">
            <a:avLst>
              <a:gd name="adj" fmla="val 4571"/>
            </a:avLst>
          </a:prstGeom>
          <a:solidFill>
            <a:srgbClr val="1B4F72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1280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3232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🎉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132320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 시작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3017520"/>
            <a:ext cx="132588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31089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즉시 사용 가능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5E8D4"/>
                </a:solidFill>
              </a:rPr>
              <a:t>지속적인 업데이트 제공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도입 문의: 카카오 오픈채팅 "벳툴"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🐾 VETOOL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AF8"/>
                </a:solidFill>
              </a:rPr>
              <a:t>수의사의 시간을 아껴드립니다.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594360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✅  종이 차트 → 완전한 디지털 전환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✅  입원부터 전문과까지 모든 차트 통합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✅  AI로 더 빠르고 정확한 기록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✅  언제 어디서나 실시간 환자 모니터링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✅  수의사가 만든 수의사를 위한 프로그램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5029200"/>
            <a:ext cx="6858000" cy="1005840"/>
          </a:xfrm>
          <a:prstGeom prst="roundRect">
            <a:avLst>
              <a:gd name="adj" fmla="val 9091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120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지금 바로 무료 상담 신청하세요  →  카카오 오픈채팅 "벳툴"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2026-05-12T06:54:20Z</dcterms:created>
  <dcterms:modified xsi:type="dcterms:W3CDTF">2026-05-12T06:54:20Z</dcterms:modified>
</cp:coreProperties>
</file>